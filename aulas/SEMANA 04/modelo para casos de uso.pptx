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  <p:sldId id="278" r:id="rId4"/>
    <p:sldId id="27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85" d="100"/>
          <a:sy n="85" d="100"/>
        </p:scale>
        <p:origin x="1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B764C-0655-1CDA-141E-A64F0A0F2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F9B935-E568-5AB3-AC78-7FB6DA688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EC4AAD-0F81-3AE5-2C22-044AF4A6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BE5AA2-8315-13B9-1E5A-3AF041CB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B559F-2B64-7D70-D070-030F1F00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4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31E2D-6122-1400-2B33-0A23BA79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EE13F3-D66C-6768-8234-22DDACD1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FF2710-ED2C-5C31-E2DE-47790AB8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C2B1E-6C97-E70B-FB23-C6023522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D692E8-6F04-D656-A864-F9379A69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6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BD5E1-65A0-F7DC-F515-E2ABAC75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AE4EED-D975-F588-0F43-EA5823B0F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3424F2-84C9-72B7-1B6D-C265871E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11D61-B2EB-0D2F-01D4-383C345D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F82B85-0204-A9EC-DAE0-757BFE18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67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806B4-42AB-083C-8135-3322FBBC4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330463-0DCE-FD67-17EA-EDC2CD721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DCA159-0C66-AD9A-9E9A-586339B85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3F4232-8017-441A-7894-B15C2430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C9CEB9-0A80-6659-8118-68295DA0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7CE4AC-827C-B5AF-8F31-3DD44611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26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9F818-E097-72F8-2803-1C5741CB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425907-EF40-03D2-2536-E886F8CD4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DAF604-9653-DE04-7D71-3284BB25B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43988B-DA64-7C3E-6234-F9292349F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CC8BE7-7B9A-2F68-D01C-80337397B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6D6C17-1FF2-23DE-C404-AD9B87F1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3A92863-ADAE-E759-DD71-E1F33179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8C6031-B93B-FE5F-298B-79C9A217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7AC84-D709-9644-2DFA-0C522F7D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2C6904-08C1-25D1-4399-CA79950D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630376-700F-8619-AC78-89DEF01F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533EE3-DE64-1BF3-7ABC-8CEDD37D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5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6A2F67-D6F0-88E8-79D1-8EA9442B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4ABA90-7B6B-BD32-7409-56999AB3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A693A5-A926-37D8-5854-1A085968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0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CA0BA-09B3-436A-07C1-70A8DCA1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229DAD-0BFC-C7D2-7A2A-F898E1EBD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0577E2-E9A0-80C6-44B3-02878A01E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7B0498-3BDF-B7EC-3052-4351AA0A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F249F7-D2AB-FE55-B601-3266C1FE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01273E-00ED-B3ED-84FB-7CA9EE4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106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FA2EF-0680-4B15-DBA2-6F9916C9D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9A6AB6-5C27-F60E-A2EC-61629D480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A12DCE-7E70-03A6-A8BC-EE4FC92D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A15F53-8FAE-6BC5-0E3E-65AD08CD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56F6A2-DD60-5914-28EE-D63E1D4C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B45EEC-2BF7-5839-3398-BC8B78E7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68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D371D-381E-9EB7-752C-E58CAB0F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95BCDB-D7E1-4B88-109E-1143F6798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8817A2-AC5F-0CE7-48AA-35DE27ED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DCC6F-D3AF-1080-CDB1-E97463C0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74CBFF-6A6D-1EFC-C897-44DCC8A9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50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0890D3-2CF4-6FD2-2341-B0A404450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FBA37F-6163-E1A1-B66F-0415EEB8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D76E66-DFAD-EE42-B728-7CFD54EB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80A459-A155-D9E3-82B0-783681B8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C2C2A1-2793-7FFB-03EF-565AEF71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6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BA98FA-5CC2-ECC2-C2AD-1A7F1198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499053-2155-EFFA-6BED-1169533C6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BBAE2B-405F-F44B-8A23-2F4A28FEB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BDC9D-F2FE-3F41-BD43-4333B3FF541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AAA634-2FA7-4A78-0503-EEEA284C8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0B15C1-CFC3-D1E5-F1A3-9E754BDAD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AC570-9CA5-0940-8E96-071B95B3E6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69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95735-5EC4-36EF-781E-F26703D1F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Casos de Uso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78F095-A10C-BEDD-EDB7-43168A5D90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14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59AE5-E6DA-2D2B-E924-FEF618C1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Transforme cada fluxo em 1 Caso de Uso principal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28426E-E585-8E40-0306-7CF11CEE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Pegue cada fluxo “</a:t>
            </a:r>
            <a:r>
              <a:rPr lang="pt-BR" dirty="0" err="1"/>
              <a:t>happy</a:t>
            </a:r>
            <a:r>
              <a:rPr lang="pt-BR" dirty="0"/>
              <a:t> path” e transforme em </a:t>
            </a:r>
            <a:r>
              <a:rPr lang="pt-BR" b="1" dirty="0"/>
              <a:t>1 caso de uso principal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Exemplo direto do seu fluxo:</a:t>
            </a:r>
          </a:p>
          <a:p>
            <a:pPr lvl="1"/>
            <a:r>
              <a:rPr lang="pt-BR" b="1" dirty="0"/>
              <a:t>Fluxo:</a:t>
            </a:r>
            <a:r>
              <a:rPr lang="pt-BR" dirty="0"/>
              <a:t> “Criar pedido: selecionar cliente → adicionar itens → calcular total → confirmar → gerar comprovante”  </a:t>
            </a:r>
          </a:p>
          <a:p>
            <a:pPr lvl="1"/>
            <a:r>
              <a:rPr lang="pt-BR" b="1" dirty="0"/>
              <a:t>Caso de uso principal:</a:t>
            </a:r>
            <a:r>
              <a:rPr lang="pt-BR" dirty="0"/>
              <a:t> </a:t>
            </a:r>
            <a:r>
              <a:rPr lang="pt-BR" b="1" dirty="0"/>
              <a:t>Cadastrar/Registrar Pedido</a:t>
            </a:r>
            <a:r>
              <a:rPr lang="pt-BR" dirty="0"/>
              <a:t> (ou “Criar Pedido”).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223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16D97-3836-A0A8-0164-02ED78BA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Regra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D6A87C-335A-7ECA-F172-FD67FAF88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a ação </a:t>
            </a:r>
            <a:r>
              <a:rPr lang="pt-BR" b="1" dirty="0"/>
              <a:t>entrega valor sozinha</a:t>
            </a:r>
            <a:r>
              <a:rPr lang="pt-BR" dirty="0"/>
              <a:t> ou é reutilizada em vários fluxos → vira caso de uso separado.</a:t>
            </a:r>
          </a:p>
          <a:p>
            <a:r>
              <a:rPr lang="pt-BR" dirty="0"/>
              <a:t>Se é apenas um passo interno e só existe dentro daquele fluxo → fica como </a:t>
            </a:r>
            <a:r>
              <a:rPr lang="pt-BR" b="1" dirty="0"/>
              <a:t>passo</a:t>
            </a:r>
            <a:r>
              <a:rPr lang="pt-BR" dirty="0"/>
              <a:t> dentro do caso de uso principal.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24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7612D-63B2-4934-029C-EFE2A001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Caso de Uso UC-XX — Nome (verbo no infinitivo)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3BDFE1-8A9B-AC72-F0AA-C558A8C8C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b="1" dirty="0"/>
              <a:t>1. Objetivo</a:t>
            </a:r>
            <a:endParaRPr lang="pt-BR" dirty="0"/>
          </a:p>
          <a:p>
            <a:r>
              <a:rPr lang="pt-BR" b="1" dirty="0"/>
              <a:t>2. Ator principal</a:t>
            </a:r>
            <a:r>
              <a:rPr lang="pt-BR" dirty="0"/>
              <a:t> (persona)</a:t>
            </a:r>
          </a:p>
          <a:p>
            <a:r>
              <a:rPr lang="pt-BR" b="1" dirty="0"/>
              <a:t>3. Atores secundários</a:t>
            </a:r>
            <a:r>
              <a:rPr lang="pt-BR" dirty="0"/>
              <a:t> (ex.: sistema externo, serviço de pagamento)</a:t>
            </a:r>
          </a:p>
          <a:p>
            <a:r>
              <a:rPr lang="pt-BR" b="1" dirty="0"/>
              <a:t>4. Stakeholders e interesses</a:t>
            </a:r>
            <a:r>
              <a:rPr lang="pt-BR" dirty="0"/>
              <a:t> (opcional, mas ajuda muito)</a:t>
            </a:r>
          </a:p>
          <a:p>
            <a:r>
              <a:rPr lang="pt-BR" b="1" dirty="0"/>
              <a:t>5. Pré-condições</a:t>
            </a:r>
            <a:r>
              <a:rPr lang="pt-BR" dirty="0"/>
              <a:t> (o que precisa ser verdade antes)</a:t>
            </a:r>
          </a:p>
          <a:p>
            <a:r>
              <a:rPr lang="pt-BR" b="1" dirty="0"/>
              <a:t>6. Pós-condições</a:t>
            </a:r>
            <a:r>
              <a:rPr lang="pt-BR" dirty="0"/>
              <a:t> (o que fica garantido depois)</a:t>
            </a:r>
          </a:p>
          <a:p>
            <a:r>
              <a:rPr lang="pt-BR" b="1" dirty="0"/>
              <a:t>7. Gatilho</a:t>
            </a:r>
            <a:r>
              <a:rPr lang="pt-BR" dirty="0"/>
              <a:t> (o que inicia)</a:t>
            </a:r>
          </a:p>
          <a:p>
            <a:r>
              <a:rPr lang="pt-BR" b="1" dirty="0"/>
              <a:t>8. Fluxo principal (sucesso)</a:t>
            </a:r>
            <a:r>
              <a:rPr lang="pt-BR" dirty="0"/>
              <a:t> (passo a passo numerado)</a:t>
            </a:r>
          </a:p>
          <a:p>
            <a:r>
              <a:rPr lang="pt-BR" b="1" dirty="0"/>
              <a:t>9. Fluxos alternativos</a:t>
            </a:r>
            <a:r>
              <a:rPr lang="pt-BR" dirty="0"/>
              <a:t> (A1, A2…)</a:t>
            </a:r>
          </a:p>
          <a:p>
            <a:r>
              <a:rPr lang="pt-BR" b="1" dirty="0"/>
              <a:t>10. Exceções</a:t>
            </a:r>
            <a:r>
              <a:rPr lang="pt-BR" dirty="0"/>
              <a:t> (E1, E2…)</a:t>
            </a:r>
          </a:p>
          <a:p>
            <a:r>
              <a:rPr lang="pt-BR" b="1" dirty="0"/>
              <a:t>11. Regras de negócio</a:t>
            </a:r>
            <a:r>
              <a:rPr lang="pt-BR" dirty="0"/>
              <a:t> (referencie </a:t>
            </a:r>
            <a:r>
              <a:rPr lang="pt-BR" dirty="0" err="1"/>
              <a:t>IDs</a:t>
            </a:r>
            <a:r>
              <a:rPr lang="pt-BR" dirty="0"/>
              <a:t> tipo RB-01…)</a:t>
            </a:r>
          </a:p>
          <a:p>
            <a:r>
              <a:rPr lang="pt-BR" b="1" dirty="0"/>
              <a:t>12. Dados envolvidos</a:t>
            </a:r>
            <a:r>
              <a:rPr lang="pt-BR" dirty="0"/>
              <a:t> (entidades do mapa de dados)</a:t>
            </a:r>
          </a:p>
          <a:p>
            <a:r>
              <a:rPr lang="pt-BR" b="1" dirty="0"/>
              <a:t>13. Requisitos não funcionais relevantes</a:t>
            </a:r>
            <a:r>
              <a:rPr lang="pt-BR" dirty="0"/>
              <a:t> (quando impactarem o caso)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9474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Casos de Uso</vt:lpstr>
      <vt:lpstr>Transforme cada fluxo em 1 Caso de Uso principal</vt:lpstr>
      <vt:lpstr>Regra prática</vt:lpstr>
      <vt:lpstr>Caso de Uso UC-XX — Nome (verbo no infinitivo)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dcterms:created xsi:type="dcterms:W3CDTF">2026-03-01T22:12:57Z</dcterms:created>
  <dcterms:modified xsi:type="dcterms:W3CDTF">2026-03-01T22:13:20Z</dcterms:modified>
</cp:coreProperties>
</file>