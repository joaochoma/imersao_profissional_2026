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85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7" r:id="rId17"/>
    <p:sldId id="273" r:id="rId18"/>
    <p:sldId id="274" r:id="rId19"/>
    <p:sldId id="275" r:id="rId20"/>
    <p:sldId id="281" r:id="rId21"/>
    <p:sldId id="272" r:id="rId22"/>
    <p:sldId id="283" r:id="rId23"/>
    <p:sldId id="28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54"/>
  </p:normalViewPr>
  <p:slideViewPr>
    <p:cSldViewPr snapToGrid="0" snapToObjects="1">
      <p:cViewPr varScale="1">
        <p:scale>
          <a:sx n="98" d="100"/>
          <a:sy n="98" d="100"/>
        </p:scale>
        <p:origin x="18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36E86-E8C9-94A7-87B1-298690D2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Imersão Profissional: Desenvolvimento de Aplicações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4263E7-BE25-A893-FA05-57FDBD799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25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Imersão</a:t>
            </a:r>
            <a:r>
              <a:rPr dirty="0"/>
              <a:t> </a:t>
            </a:r>
            <a:r>
              <a:rPr dirty="0" err="1"/>
              <a:t>Profissional</a:t>
            </a:r>
            <a:r>
              <a:rPr dirty="0"/>
              <a:t>: </a:t>
            </a:r>
            <a:r>
              <a:rPr lang="pt-BR" b="1" dirty="0"/>
              <a:t>Desenvolvimento de Aplicações</a:t>
            </a:r>
            <a:endParaRPr lang="pt-BR" dirty="0"/>
          </a:p>
          <a:p>
            <a:r>
              <a:rPr lang="pt-BR" dirty="0"/>
              <a:t>Engenharia de Software ESOFT 7S</a:t>
            </a:r>
            <a:endParaRPr dirty="0"/>
          </a:p>
          <a:p>
            <a:r>
              <a:rPr dirty="0" err="1"/>
              <a:t>Período</a:t>
            </a:r>
            <a:r>
              <a:rPr dirty="0"/>
              <a:t>: 202</a:t>
            </a:r>
            <a:r>
              <a:rPr lang="pt-BR" dirty="0"/>
              <a:t>6</a:t>
            </a:r>
            <a:r>
              <a:rPr dirty="0"/>
              <a:t>/</a:t>
            </a:r>
            <a:r>
              <a:rPr lang="pt-BR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Objetivo</a:t>
            </a:r>
            <a:r>
              <a:rPr dirty="0"/>
              <a:t>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Entregar software de qualidade, com foco em resolver problemas reais dos usuários, aplicando boas práticas da engenharia de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Desenvolver</a:t>
            </a:r>
            <a:r>
              <a:rPr dirty="0"/>
              <a:t>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equipe de forma </a:t>
            </a:r>
            <a:r>
              <a:rPr dirty="0" err="1"/>
              <a:t>ética</a:t>
            </a:r>
            <a:r>
              <a:rPr dirty="0"/>
              <a:t> e </a:t>
            </a:r>
            <a:r>
              <a:rPr dirty="0" err="1"/>
              <a:t>colaborativa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Promover</a:t>
            </a:r>
            <a:r>
              <a:rPr dirty="0"/>
              <a:t> a </a:t>
            </a:r>
            <a:r>
              <a:rPr dirty="0" err="1"/>
              <a:t>participação</a:t>
            </a:r>
            <a:r>
              <a:rPr dirty="0"/>
              <a:t> </a:t>
            </a:r>
            <a:r>
              <a:rPr dirty="0" err="1"/>
              <a:t>ativa</a:t>
            </a:r>
            <a:r>
              <a:rPr dirty="0"/>
              <a:t> de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membros</a:t>
            </a:r>
            <a:endParaRPr dirty="0"/>
          </a:p>
          <a:p>
            <a:pPr marL="0" indent="0">
              <a:buNone/>
            </a:pPr>
            <a:r>
              <a:rPr dirty="0"/>
              <a:t>• Gerar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objetivas</a:t>
            </a:r>
            <a:r>
              <a:rPr dirty="0"/>
              <a:t> do </a:t>
            </a:r>
            <a:r>
              <a:rPr dirty="0" err="1"/>
              <a:t>processo</a:t>
            </a:r>
            <a:r>
              <a:rPr dirty="0"/>
              <a:t> de </a:t>
            </a:r>
            <a:r>
              <a:rPr dirty="0" err="1"/>
              <a:t>desenvolvimento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Formação dos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Livre </a:t>
            </a:r>
            <a:r>
              <a:rPr dirty="0" err="1"/>
              <a:t>formação</a:t>
            </a:r>
            <a:r>
              <a:rPr dirty="0"/>
              <a:t> (</a:t>
            </a:r>
            <a:r>
              <a:rPr dirty="0" err="1"/>
              <a:t>mínimo</a:t>
            </a:r>
            <a:r>
              <a:rPr dirty="0"/>
              <a:t> 4 e </a:t>
            </a:r>
            <a:r>
              <a:rPr dirty="0" err="1"/>
              <a:t>máximo</a:t>
            </a:r>
            <a:r>
              <a:rPr dirty="0"/>
              <a:t> 6 </a:t>
            </a:r>
            <a:r>
              <a:rPr dirty="0" err="1"/>
              <a:t>integrantes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Sem </a:t>
            </a:r>
            <a:r>
              <a:rPr dirty="0" err="1"/>
              <a:t>trocas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a </a:t>
            </a:r>
            <a:r>
              <a:rPr dirty="0" err="1"/>
              <a:t>formação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Propostas</a:t>
            </a:r>
            <a:r>
              <a:rPr dirty="0"/>
              <a:t> </a:t>
            </a:r>
            <a:r>
              <a:rPr dirty="0" err="1"/>
              <a:t>próprias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projetos</a:t>
            </a:r>
            <a:r>
              <a:rPr dirty="0"/>
              <a:t> de </a:t>
            </a:r>
            <a:r>
              <a:rPr dirty="0" err="1"/>
              <a:t>parceiros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Projetos</a:t>
            </a:r>
            <a:r>
              <a:rPr dirty="0"/>
              <a:t> </a:t>
            </a:r>
            <a:r>
              <a:rPr dirty="0" err="1"/>
              <a:t>devem</a:t>
            </a:r>
            <a:r>
              <a:rPr dirty="0"/>
              <a:t> </a:t>
            </a:r>
            <a:r>
              <a:rPr dirty="0" err="1"/>
              <a:t>ter</a:t>
            </a:r>
            <a:r>
              <a:rPr dirty="0"/>
              <a:t> </a:t>
            </a:r>
            <a:r>
              <a:rPr dirty="0" err="1"/>
              <a:t>escopo</a:t>
            </a:r>
            <a:r>
              <a:rPr dirty="0"/>
              <a:t> </a:t>
            </a:r>
            <a:r>
              <a:rPr dirty="0" err="1"/>
              <a:t>amplo</a:t>
            </a:r>
            <a:r>
              <a:rPr dirty="0"/>
              <a:t> e </a:t>
            </a:r>
            <a:r>
              <a:rPr dirty="0" err="1"/>
              <a:t>tecnológico</a:t>
            </a:r>
            <a:r>
              <a:rPr dirty="0"/>
              <a:t> </a:t>
            </a:r>
            <a:r>
              <a:rPr dirty="0" err="1"/>
              <a:t>adequado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Backend REST stateless</a:t>
            </a:r>
          </a:p>
          <a:p>
            <a:pPr marL="0" indent="0">
              <a:buNone/>
            </a:pPr>
            <a:r>
              <a:rPr dirty="0"/>
              <a:t>• Frontend web (HTML5 + JS)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Aplicativo</a:t>
            </a:r>
            <a:r>
              <a:rPr dirty="0"/>
              <a:t> mobile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Persistência</a:t>
            </a:r>
            <a:r>
              <a:rPr dirty="0"/>
              <a:t> </a:t>
            </a:r>
            <a:r>
              <a:rPr dirty="0" err="1"/>
              <a:t>relacional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não-relacional</a:t>
            </a:r>
            <a:endParaRPr dirty="0"/>
          </a:p>
          <a:p>
            <a:pPr marL="0" indent="0">
              <a:buNone/>
            </a:pPr>
            <a:r>
              <a:rPr dirty="0"/>
              <a:t>• Testes </a:t>
            </a:r>
            <a:r>
              <a:rPr dirty="0" err="1"/>
              <a:t>automatizados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Proibido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geradores</a:t>
            </a:r>
            <a:r>
              <a:rPr dirty="0"/>
              <a:t> </a:t>
            </a:r>
            <a:r>
              <a:rPr dirty="0" err="1"/>
              <a:t>automáticos</a:t>
            </a:r>
            <a:r>
              <a:rPr dirty="0"/>
              <a:t> que </a:t>
            </a:r>
            <a:r>
              <a:rPr dirty="0" err="1"/>
              <a:t>abstraem</a:t>
            </a:r>
            <a:r>
              <a:rPr dirty="0"/>
              <a:t> </a:t>
            </a:r>
            <a:r>
              <a:rPr dirty="0" err="1"/>
              <a:t>construção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B1960-FACE-EB4F-CC6A-74BEE04A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SE EU USAR GERADOR?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3D2265-5CCC-6D3C-37D6-6451B47A4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Você deverá ser capaz de responder a questionamentos</a:t>
            </a:r>
          </a:p>
          <a:p>
            <a:r>
              <a:rPr lang="pt-BR" dirty="0"/>
              <a:t>Você deverá ser capaz de realizar alterações ao vivo sem aviso prévio</a:t>
            </a:r>
          </a:p>
          <a:p>
            <a:r>
              <a:rPr lang="pt-BR" dirty="0"/>
              <a:t>Você deverá ser capaz de testar o código ao vivo sem aviso prévio</a:t>
            </a:r>
          </a:p>
        </p:txBody>
      </p:sp>
    </p:spTree>
    <p:extLst>
      <p:ext uri="{BB962C8B-B14F-4D97-AF65-F5344CB8AC3E}">
        <p14:creationId xmlns:p14="http://schemas.microsoft.com/office/powerpoint/2010/main" val="7385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Artefatos Obrigatórios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Diagramas</a:t>
            </a:r>
            <a:r>
              <a:rPr dirty="0"/>
              <a:t> de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e de classes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Diagramas</a:t>
            </a:r>
            <a:r>
              <a:rPr dirty="0"/>
              <a:t> de </a:t>
            </a:r>
            <a:r>
              <a:rPr dirty="0" err="1"/>
              <a:t>sequência</a:t>
            </a:r>
            <a:endParaRPr dirty="0"/>
          </a:p>
          <a:p>
            <a:pPr marL="0" indent="0">
              <a:buNone/>
            </a:pPr>
            <a:r>
              <a:rPr dirty="0"/>
              <a:t>• DER e </a:t>
            </a:r>
            <a:r>
              <a:rPr dirty="0" err="1"/>
              <a:t>glossário</a:t>
            </a:r>
            <a:r>
              <a:rPr dirty="0"/>
              <a:t> de </a:t>
            </a:r>
            <a:r>
              <a:rPr dirty="0" err="1"/>
              <a:t>termos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Especificações</a:t>
            </a:r>
            <a:r>
              <a:rPr dirty="0"/>
              <a:t> dos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aceitação</a:t>
            </a:r>
            <a:r>
              <a:rPr dirty="0"/>
              <a:t> / testes</a:t>
            </a:r>
          </a:p>
          <a:p>
            <a:pPr marL="0" indent="0">
              <a:buNone/>
            </a:pPr>
            <a:r>
              <a:rPr dirty="0"/>
              <a:t>• Mockups e </a:t>
            </a:r>
            <a:r>
              <a:rPr dirty="0" err="1"/>
              <a:t>documentação</a:t>
            </a:r>
            <a:r>
              <a:rPr dirty="0"/>
              <a:t> da API REST</a:t>
            </a:r>
          </a:p>
          <a:p>
            <a:pPr marL="0" indent="0">
              <a:buNone/>
            </a:pPr>
            <a:r>
              <a:rPr dirty="0"/>
              <a:t>→ </a:t>
            </a:r>
            <a:r>
              <a:rPr dirty="0" err="1"/>
              <a:t>Devem</a:t>
            </a:r>
            <a:r>
              <a:rPr dirty="0"/>
              <a:t> ser </a:t>
            </a:r>
            <a:r>
              <a:rPr dirty="0" err="1"/>
              <a:t>atualizados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paralelo</a:t>
            </a:r>
            <a:r>
              <a:rPr dirty="0"/>
              <a:t> com a </a:t>
            </a:r>
            <a:r>
              <a:rPr dirty="0" err="1"/>
              <a:t>implementação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Uso </a:t>
            </a:r>
            <a:r>
              <a:rPr dirty="0" err="1"/>
              <a:t>sugerido</a:t>
            </a:r>
            <a:r>
              <a:rPr dirty="0"/>
              <a:t>: Kanban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Cerimônias</a:t>
            </a:r>
            <a:r>
              <a:rPr dirty="0"/>
              <a:t> </a:t>
            </a:r>
            <a:r>
              <a:rPr lang="pt-BR" dirty="0" err="1"/>
              <a:t>semais</a:t>
            </a:r>
            <a:r>
              <a:rPr dirty="0"/>
              <a:t>: Review + </a:t>
            </a:r>
            <a:r>
              <a:rPr dirty="0" err="1"/>
              <a:t>Retrospectiva</a:t>
            </a:r>
            <a:endParaRPr dirty="0"/>
          </a:p>
          <a:p>
            <a:pPr marL="0" indent="0">
              <a:buNone/>
            </a:pPr>
            <a:r>
              <a:rPr dirty="0"/>
              <a:t>• Ferramentas </a:t>
            </a:r>
            <a:r>
              <a:rPr dirty="0" err="1"/>
              <a:t>obrigatórias</a:t>
            </a:r>
            <a:r>
              <a:rPr dirty="0"/>
              <a:t>: Jira / Confluence / GitHub / Jenkins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Apontamento</a:t>
            </a:r>
            <a:r>
              <a:rPr dirty="0"/>
              <a:t> </a:t>
            </a:r>
            <a:r>
              <a:rPr dirty="0" err="1"/>
              <a:t>correto</a:t>
            </a:r>
            <a:r>
              <a:rPr dirty="0"/>
              <a:t> das horas no Jira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Base: </a:t>
            </a:r>
            <a:r>
              <a:rPr dirty="0" err="1"/>
              <a:t>Apresentações</a:t>
            </a:r>
            <a:r>
              <a:rPr dirty="0"/>
              <a:t> </a:t>
            </a:r>
            <a:r>
              <a:rPr dirty="0" err="1"/>
              <a:t>internas</a:t>
            </a:r>
            <a:r>
              <a:rPr dirty="0"/>
              <a:t> e </a:t>
            </a:r>
            <a:r>
              <a:rPr dirty="0" err="1"/>
              <a:t>públicas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Ajustes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Avaliação</a:t>
            </a:r>
            <a:r>
              <a:rPr dirty="0"/>
              <a:t> 360º (</a:t>
            </a:r>
            <a:r>
              <a:rPr dirty="0" err="1"/>
              <a:t>pontuação</a:t>
            </a:r>
            <a:r>
              <a:rPr dirty="0"/>
              <a:t> </a:t>
            </a:r>
            <a:r>
              <a:rPr dirty="0" err="1"/>
              <a:t>proporcional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Dedução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CRUD </a:t>
            </a:r>
            <a:r>
              <a:rPr dirty="0" err="1"/>
              <a:t>incompleto</a:t>
            </a:r>
            <a:r>
              <a:rPr dirty="0"/>
              <a:t> (</a:t>
            </a:r>
            <a:r>
              <a:rPr dirty="0" err="1"/>
              <a:t>até</a:t>
            </a:r>
            <a:r>
              <a:rPr dirty="0"/>
              <a:t> 25%)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Regras e Penalizações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Normais</a:t>
            </a:r>
            <a:r>
              <a:rPr dirty="0"/>
              <a:t> (-0.5 a </a:t>
            </a:r>
            <a:r>
              <a:rPr dirty="0" err="1"/>
              <a:t>cada</a:t>
            </a:r>
            <a:r>
              <a:rPr dirty="0"/>
              <a:t> 3): branches, commits, </a:t>
            </a:r>
            <a:r>
              <a:rPr dirty="0" err="1"/>
              <a:t>apontamentos</a:t>
            </a:r>
            <a:endParaRPr dirty="0"/>
          </a:p>
          <a:p>
            <a:pPr marL="0" indent="0">
              <a:buNone/>
            </a:pPr>
            <a:r>
              <a:rPr dirty="0"/>
              <a:t>• Graves (-0.5 </a:t>
            </a:r>
            <a:r>
              <a:rPr dirty="0" err="1"/>
              <a:t>cada</a:t>
            </a:r>
            <a:r>
              <a:rPr dirty="0"/>
              <a:t>): </a:t>
            </a:r>
            <a:r>
              <a:rPr dirty="0" err="1"/>
              <a:t>faltas</a:t>
            </a:r>
            <a:r>
              <a:rPr dirty="0"/>
              <a:t>, </a:t>
            </a:r>
            <a:r>
              <a:rPr dirty="0" err="1"/>
              <a:t>pushs</a:t>
            </a:r>
            <a:r>
              <a:rPr dirty="0"/>
              <a:t>, </a:t>
            </a:r>
            <a:r>
              <a:rPr dirty="0" err="1"/>
              <a:t>entregas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Gravíssimas</a:t>
            </a:r>
            <a:r>
              <a:rPr dirty="0"/>
              <a:t> (-1.0 </a:t>
            </a:r>
            <a:r>
              <a:rPr dirty="0" err="1"/>
              <a:t>cada</a:t>
            </a:r>
            <a:r>
              <a:rPr dirty="0"/>
              <a:t>): </a:t>
            </a:r>
            <a:r>
              <a:rPr dirty="0" err="1"/>
              <a:t>burlar</a:t>
            </a:r>
            <a:r>
              <a:rPr dirty="0"/>
              <a:t> </a:t>
            </a:r>
            <a:r>
              <a:rPr dirty="0" err="1"/>
              <a:t>regras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Imperdoável</a:t>
            </a:r>
            <a:r>
              <a:rPr dirty="0"/>
              <a:t>: </a:t>
            </a:r>
            <a:r>
              <a:rPr dirty="0" err="1"/>
              <a:t>ausência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apresentações</a:t>
            </a:r>
            <a:r>
              <a:rPr dirty="0"/>
              <a:t> </a:t>
            </a:r>
            <a:r>
              <a:rPr dirty="0" err="1"/>
              <a:t>bimestrais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Aulas (Resumo Bimestral)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1º </a:t>
            </a:r>
            <a:r>
              <a:rPr dirty="0" err="1"/>
              <a:t>Bimestre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Formação</a:t>
            </a:r>
            <a:r>
              <a:rPr dirty="0"/>
              <a:t> de times, UML, Git, backlog, </a:t>
            </a:r>
            <a:r>
              <a:rPr dirty="0" err="1"/>
              <a:t>artefatos</a:t>
            </a:r>
            <a:r>
              <a:rPr dirty="0"/>
              <a:t>, </a:t>
            </a:r>
            <a:r>
              <a:rPr dirty="0" err="1"/>
              <a:t>apresentação</a:t>
            </a:r>
            <a:r>
              <a:rPr dirty="0"/>
              <a:t> </a:t>
            </a:r>
            <a:r>
              <a:rPr dirty="0" err="1"/>
              <a:t>parcial</a:t>
            </a:r>
            <a:endParaRPr dirty="0"/>
          </a:p>
          <a:p>
            <a:r>
              <a:rPr dirty="0"/>
              <a:t>2º </a:t>
            </a:r>
            <a:r>
              <a:rPr dirty="0" err="1"/>
              <a:t>Bimestre</a:t>
            </a:r>
            <a:r>
              <a:rPr dirty="0"/>
              <a:t>:</a:t>
            </a:r>
          </a:p>
          <a:p>
            <a:r>
              <a:rPr dirty="0"/>
              <a:t>- Front-end, </a:t>
            </a:r>
            <a:r>
              <a:rPr lang="pt-BR" dirty="0" err="1"/>
              <a:t>back-end</a:t>
            </a:r>
            <a:r>
              <a:rPr lang="pt-BR" dirty="0"/>
              <a:t>, </a:t>
            </a:r>
            <a:r>
              <a:rPr dirty="0" err="1"/>
              <a:t>implementação</a:t>
            </a:r>
            <a:r>
              <a:rPr dirty="0"/>
              <a:t>, </a:t>
            </a:r>
            <a:r>
              <a:rPr dirty="0" err="1"/>
              <a:t>gerenciamento</a:t>
            </a:r>
            <a:r>
              <a:rPr dirty="0"/>
              <a:t>, </a:t>
            </a:r>
            <a:r>
              <a:rPr dirty="0" err="1"/>
              <a:t>protótipos</a:t>
            </a:r>
            <a:r>
              <a:rPr dirty="0"/>
              <a:t>, </a:t>
            </a:r>
            <a:r>
              <a:rPr dirty="0" err="1"/>
              <a:t>avaliação</a:t>
            </a:r>
            <a:r>
              <a:rPr dirty="0"/>
              <a:t> final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Individual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feedback 360º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Participação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tarefas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adequado</a:t>
            </a:r>
            <a:r>
              <a:rPr dirty="0"/>
              <a:t> no Jira</a:t>
            </a:r>
          </a:p>
          <a:p>
            <a:pPr marL="0" indent="0">
              <a:buNone/>
            </a:pPr>
            <a:r>
              <a:rPr dirty="0"/>
              <a:t>• Faltas e </a:t>
            </a:r>
            <a:r>
              <a:rPr dirty="0" err="1"/>
              <a:t>entregas</a:t>
            </a:r>
            <a:r>
              <a:rPr dirty="0"/>
              <a:t> </a:t>
            </a:r>
            <a:r>
              <a:rPr dirty="0" err="1"/>
              <a:t>impactam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a nota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Gestão de projeto </a:t>
            </a:r>
            <a:r>
              <a:rPr dirty="0"/>
              <a:t>para </a:t>
            </a:r>
            <a:r>
              <a:rPr dirty="0" err="1"/>
              <a:t>desenvolver</a:t>
            </a:r>
            <a:r>
              <a:rPr dirty="0"/>
              <a:t> </a:t>
            </a:r>
            <a:r>
              <a:rPr dirty="0" err="1"/>
              <a:t>soluções</a:t>
            </a:r>
            <a:r>
              <a:rPr dirty="0"/>
              <a:t> reais com </a:t>
            </a:r>
            <a:r>
              <a:rPr dirty="0" err="1"/>
              <a:t>responsabilidade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e </a:t>
            </a:r>
            <a:r>
              <a:rPr dirty="0" err="1"/>
              <a:t>ética</a:t>
            </a:r>
            <a:r>
              <a:rPr dirty="0"/>
              <a:t>.</a:t>
            </a:r>
            <a:endParaRPr lang="pt-BR" dirty="0"/>
          </a:p>
          <a:p>
            <a:r>
              <a:rPr lang="pt-BR" dirty="0"/>
              <a:t>Criação de um produto viável apresentando uma funcionalidade do produto</a:t>
            </a:r>
          </a:p>
          <a:p>
            <a:pPr lvl="1"/>
            <a:r>
              <a:rPr lang="pt-BR" dirty="0"/>
              <a:t>(front-</a:t>
            </a:r>
            <a:r>
              <a:rPr lang="pt-BR" dirty="0" err="1"/>
              <a:t>end</a:t>
            </a:r>
            <a:r>
              <a:rPr lang="pt-BR" dirty="0"/>
              <a:t>, </a:t>
            </a:r>
            <a:r>
              <a:rPr lang="pt-BR" dirty="0" err="1"/>
              <a:t>back-end</a:t>
            </a:r>
            <a:r>
              <a:rPr lang="pt-BR" dirty="0"/>
              <a:t>, banco de dados e APIs)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Apresentação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</a:t>
            </a:r>
            <a:r>
              <a:rPr dirty="0" err="1"/>
              <a:t>regulamento</a:t>
            </a:r>
            <a:endParaRPr lang="pt-BR" dirty="0"/>
          </a:p>
          <a:p>
            <a:endParaRPr lang="pt-BR" dirty="0"/>
          </a:p>
          <a:p>
            <a:r>
              <a:rPr lang="pt-BR" dirty="0"/>
              <a:t>Dia 11/02 com o Bussola no auditório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0758-528D-F56F-8E34-215F9904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A9AC-6201-093E-24C7-F12996C1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2B09C-B9EE-F1EC-5BAE-06FAF09A2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Revisão</a:t>
            </a:r>
            <a:r>
              <a:rPr dirty="0"/>
              <a:t> de UML – Casos de Uso</a:t>
            </a:r>
          </a:p>
          <a:p>
            <a:r>
              <a:rPr dirty="0" err="1"/>
              <a:t>Revisão</a:t>
            </a:r>
            <a:r>
              <a:rPr dirty="0"/>
              <a:t> de UML – Classes</a:t>
            </a:r>
          </a:p>
        </p:txBody>
      </p:sp>
    </p:spTree>
    <p:extLst>
      <p:ext uri="{BB962C8B-B14F-4D97-AF65-F5344CB8AC3E}">
        <p14:creationId xmlns:p14="http://schemas.microsoft.com/office/powerpoint/2010/main" val="3060333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72A3-104E-608D-C62F-3E59358B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2893-6126-8919-5C5F-DA3CDB1F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CEAD-F046-6B64-4310-9D10B58D1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Git </a:t>
            </a:r>
            <a:r>
              <a:rPr dirty="0" err="1"/>
              <a:t>básico</a:t>
            </a:r>
            <a:r>
              <a:rPr dirty="0"/>
              <a:t> – </a:t>
            </a:r>
            <a:r>
              <a:rPr dirty="0" err="1"/>
              <a:t>uso</a:t>
            </a:r>
            <a:r>
              <a:rPr dirty="0"/>
              <a:t> de git </a:t>
            </a:r>
            <a:r>
              <a:rPr dirty="0" err="1"/>
              <a:t>init</a:t>
            </a:r>
            <a:r>
              <a:rPr dirty="0"/>
              <a:t>, status, add, commit, push</a:t>
            </a:r>
          </a:p>
        </p:txBody>
      </p:sp>
    </p:spTree>
    <p:extLst>
      <p:ext uri="{BB962C8B-B14F-4D97-AF65-F5344CB8AC3E}">
        <p14:creationId xmlns:p14="http://schemas.microsoft.com/office/powerpoint/2010/main" val="459447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DE150-FF3B-5EAB-1162-2A890B0E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2E99-8513-A570-1C56-94C35EBA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4888-04AE-25FC-7BD0-60663F6BA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Organização</a:t>
            </a:r>
            <a:r>
              <a:rPr dirty="0"/>
              <a:t> das equipes e </a:t>
            </a:r>
            <a:r>
              <a:rPr dirty="0" err="1"/>
              <a:t>papéis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0334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8A7CE-6924-5B69-7481-88EB73F2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99B6-D18A-3827-8C2D-0A0DC378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90978-3710-AA90-FEB5-BB749A11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Gestão</a:t>
            </a:r>
            <a:r>
              <a:rPr dirty="0"/>
              <a:t> de backlog e </a:t>
            </a:r>
            <a:r>
              <a:rPr dirty="0" err="1"/>
              <a:t>criação</a:t>
            </a:r>
            <a:r>
              <a:rPr dirty="0"/>
              <a:t> de sprints – Jira</a:t>
            </a:r>
          </a:p>
        </p:txBody>
      </p:sp>
    </p:spTree>
    <p:extLst>
      <p:ext uri="{BB962C8B-B14F-4D97-AF65-F5344CB8AC3E}">
        <p14:creationId xmlns:p14="http://schemas.microsoft.com/office/powerpoint/2010/main" val="672269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86C1-C384-09C6-308B-FC947BA8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0923-81CF-FB19-9356-A9DF121A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8232A-E6DA-8A9A-2C21-2FA9F29D6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</a:t>
            </a:r>
            <a:r>
              <a:rPr dirty="0" err="1"/>
              <a:t>odelagem</a:t>
            </a:r>
            <a:r>
              <a:rPr dirty="0"/>
              <a:t> do </a:t>
            </a:r>
            <a:r>
              <a:rPr dirty="0" err="1"/>
              <a:t>projeto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6775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Apresentação</a:t>
            </a:r>
            <a:r>
              <a:rPr dirty="0"/>
              <a:t> dos </a:t>
            </a:r>
            <a:r>
              <a:rPr dirty="0" err="1"/>
              <a:t>artefatos</a:t>
            </a:r>
            <a:r>
              <a:rPr dirty="0"/>
              <a:t> </a:t>
            </a:r>
            <a:r>
              <a:rPr dirty="0" err="1"/>
              <a:t>gerados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2E00-ED76-1433-7422-EC366FCF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236C-4FF6-3BD0-001F-8507A96A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DE6C5-342B-0C8D-F04C-9F11DF7E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Finalização</a:t>
            </a:r>
            <a:r>
              <a:rPr dirty="0"/>
              <a:t> e </a:t>
            </a:r>
            <a:r>
              <a:rPr dirty="0" err="1"/>
              <a:t>refinamento</a:t>
            </a:r>
            <a:r>
              <a:rPr dirty="0"/>
              <a:t> de </a:t>
            </a:r>
            <a:r>
              <a:rPr dirty="0" err="1"/>
              <a:t>entregas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006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D7AB-AC10-5085-BEBB-A1F50AC3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39F4-E332-6C7F-DB8C-6A7FEDDD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das aulas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3F7A3-1D06-C2C7-08A9-A621778EB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Apresentação</a:t>
            </a:r>
            <a:r>
              <a:rPr dirty="0"/>
              <a:t> final dos </a:t>
            </a:r>
            <a:r>
              <a:rPr dirty="0" err="1"/>
              <a:t>protótipos</a:t>
            </a:r>
            <a:r>
              <a:rPr dirty="0"/>
              <a:t> </a:t>
            </a:r>
            <a:r>
              <a:rPr dirty="0" err="1"/>
              <a:t>construídos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32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538</Words>
  <Application>Microsoft Macintosh PowerPoint</Application>
  <PresentationFormat>Apresentação na tela (4:3)</PresentationFormat>
  <Paragraphs>84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Imersão Profissional: Desenvolvimento de Aplicações </vt:lpstr>
      <vt:lpstr>Apresentação do PowerPoint</vt:lpstr>
      <vt:lpstr>Objetivo Geral</vt:lpstr>
      <vt:lpstr>Objetivos Específicos</vt:lpstr>
      <vt:lpstr>Formação dos Times</vt:lpstr>
      <vt:lpstr>Requisitos do Projeto</vt:lpstr>
      <vt:lpstr>E SE EU USAR GERADOR?</vt:lpstr>
      <vt:lpstr>Artefatos Obrigatórios</vt:lpstr>
      <vt:lpstr>Processo de Desenvolvimento</vt:lpstr>
      <vt:lpstr>Avaliações</vt:lpstr>
      <vt:lpstr>Regras e Penalizações</vt:lpstr>
      <vt:lpstr>Ciclo de Aulas (Resumo Bimestral)</vt:lpstr>
      <vt:lpstr>Avaliação Individual</vt:lpstr>
      <vt:lpstr>Conclusão</vt:lpstr>
      <vt:lpstr>Organização das aulas</vt:lpstr>
      <vt:lpstr>Organização das aulas</vt:lpstr>
      <vt:lpstr>Organização das aulas</vt:lpstr>
      <vt:lpstr>Organização das aulas</vt:lpstr>
      <vt:lpstr>Organização das aulas</vt:lpstr>
      <vt:lpstr>Organização das aulas</vt:lpstr>
      <vt:lpstr>Organização das aulas</vt:lpstr>
      <vt:lpstr>Organização das aulas</vt:lpstr>
      <vt:lpstr>Organização das aulas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João Choma</cp:lastModifiedBy>
  <cp:revision>4</cp:revision>
  <dcterms:created xsi:type="dcterms:W3CDTF">2013-01-27T09:14:16Z</dcterms:created>
  <dcterms:modified xsi:type="dcterms:W3CDTF">2026-02-09T14:26:32Z</dcterms:modified>
  <cp:category/>
</cp:coreProperties>
</file>