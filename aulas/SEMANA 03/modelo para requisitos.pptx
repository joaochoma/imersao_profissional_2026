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80" r:id="rId3"/>
    <p:sldId id="282" r:id="rId4"/>
    <p:sldId id="283" r:id="rId5"/>
    <p:sldId id="284" r:id="rId6"/>
    <p:sldId id="285" r:id="rId7"/>
    <p:sldId id="286" r:id="rId8"/>
    <p:sldId id="287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9"/>
  </p:normalViewPr>
  <p:slideViewPr>
    <p:cSldViewPr snapToGrid="0">
      <p:cViewPr varScale="1">
        <p:scale>
          <a:sx n="85" d="100"/>
          <a:sy n="85" d="100"/>
        </p:scale>
        <p:origin x="1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7DC5E-AE02-D0B8-F940-A83BF2F54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C7485B-2CA6-7715-4764-AD9BB7854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55960E-5957-58EB-AE6C-3D8FEABCD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CF006C-BC7D-F993-DAC2-FDEB3575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D8219B-D54C-6A9F-B007-9066DBB2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472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F7362-5F0F-143A-D8E3-7D2406A83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3C4A23-CBE9-0DE6-00B3-F3498726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3FC41D-2F49-795B-F395-7B937D956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082F77-9CF8-7132-4305-ABA97B021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CB30BE-356F-9D4C-9C10-5BC97FE2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47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2C188-E5DF-8F4B-6D06-79EA6945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2E7DD4-A71E-4A05-C180-D4C801083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6CB1F0-92A5-ADEA-6DFE-1CCB9416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2F11D4-992E-EA12-5F7B-3CC83AC33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BF46FC-806A-FD72-AB9A-CE7EAF4D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439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36D16-2914-BC13-2761-E24F121F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C240CF-5D94-A0F5-8B0C-D6EB76249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FABA43-84F6-C1DC-F7D9-D486EEF4E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6E03C4-2677-5F51-7298-876CB995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2B43EB-234F-5E47-EB17-AAE9F825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65D07A-B43D-2998-2FB7-47936E9B5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20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C911E-8A05-EC01-0FB0-894A6477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A49C9C-A360-EA3E-96CE-28D00A1FD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57FC5E-D6E1-E50B-D858-6E272B6E8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EE2D1EF-66B0-B44E-3C6B-DFDC28413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5D562C3-9F5F-1FA8-4924-B59A30AE0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FF6B5D-B24E-5ECD-48AD-217EEB982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7BDD73B-445D-D5D2-3A6D-FF4BA3B22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7F7F779-2AE4-939F-0C2A-3D11D5849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30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E5471-4326-6452-AADA-C36182D5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B357B5C-7276-84E7-419A-15B8A4712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4B2BC6-5790-EAF2-2D77-DB0B4BE61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9B57CA-9DD3-D8BF-84DE-9175F2FAE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24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F296A23-D914-BFCE-E4BC-84E900A1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9D79242-FE12-D1B6-9099-13F9284AE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B5EF1D-F7DB-CB30-B855-E2FC0EDF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41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74AD6-6FD1-8100-053B-F9C3AECF5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866E7-2F24-9EB1-7B8A-32D42BC02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31AFCF-DD28-EBDF-745D-47C69D16E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C3C1DA-BE75-40AD-C002-3094BDE19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AB5141-99A4-03C3-2494-04EC8C6E2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F0DF32-1A4D-AB14-73E1-A7E972C6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214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39D4A-1693-9B49-B4C3-A859B973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4D1B1E-D18D-BCFD-48D9-C7EE753BC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570CB5-0E69-F02F-E76C-45D37804F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45A6DB-4637-AFA8-BE57-EC33EFD1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7E3022-ED14-302A-EF69-9C8BE3CB0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8478CD-8EBC-7B7F-3094-163E17CE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45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7E05D-5BC3-B557-D962-4D38EE77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586384-4CC0-06F6-4565-C7B73B164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C1F5B1-910D-C5D6-8AF2-87351998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71172-F8A2-23B3-7DB6-57C52D4AF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F12289-B77D-C42F-4C3F-978F0AD7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61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7C30E7-6EC1-CD8D-1F1B-C1DC4B6E4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49299A-87F1-7187-B248-B69401384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8D775D-9354-2FB5-4795-E1CCA5C2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CA52F6-1ABD-8C3F-5DDE-4A16C03A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055100-6794-E3C5-AC20-2293917A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910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100134-CF5B-0D69-CA62-AB6BBE564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BF75D6-915A-5452-4282-F0DDEE240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072C58-006F-2BAB-C87F-CDAA5DF2F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29F6C-596B-4343-8E23-C44DD8878526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959F09-2B34-9D0C-C1B8-1DFED02D5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03FD4D-8536-7A23-0113-603B307BD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44C56-FF24-9449-BE09-0CCC1CA50E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066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407BE-5DAA-C27C-A0AD-A891A7F38A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Requisitos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D25265-F3C4-8910-156F-3AE5A50311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211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92F14-261C-5138-CDFC-DDBA4ADF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são?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8C3DA7-A589-3DC2-DE39-3982A065B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Requisitos</a:t>
            </a:r>
            <a:r>
              <a:rPr lang="pt-BR" dirty="0"/>
              <a:t> são declarações do que um sistema </a:t>
            </a:r>
            <a:r>
              <a:rPr lang="pt-BR" b="1" dirty="0"/>
              <a:t>precisa fazer</a:t>
            </a:r>
            <a:r>
              <a:rPr lang="pt-BR" dirty="0"/>
              <a:t> (ou </a:t>
            </a:r>
            <a:r>
              <a:rPr lang="pt-BR" b="1" dirty="0"/>
              <a:t>precisa garantir</a:t>
            </a:r>
            <a:r>
              <a:rPr lang="pt-BR" dirty="0"/>
              <a:t>) para atender um objetivo do usuário/negócio. </a:t>
            </a:r>
          </a:p>
          <a:p>
            <a:r>
              <a:rPr lang="pt-BR" dirty="0"/>
              <a:t>Viram base para: casos de uso, backlog, testes e critérios de aceite.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144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513F4-57B2-3ED1-6862-484C7C603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Comece pelo objetivo e pelo usuário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335708-A64F-82D2-AC7A-C98AB6D51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Pegue cada persona e jornada e pergunte:</a:t>
            </a:r>
          </a:p>
          <a:p>
            <a:pPr lvl="1"/>
            <a:r>
              <a:rPr lang="pt-BR" dirty="0"/>
              <a:t>“O que o usuário precisa conseguir ao final?”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Isso vira 3–10 requisitos funcionais iniciais.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871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71DCD-0CA2-6FB9-F9CA-7613BD51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Escreva em formato testável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49E0C-6D1C-E59E-8F1B-25B8FB318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 sistema deve + verbo no infinitivo + objeto + condição (se houver).”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que não fazer:</a:t>
            </a:r>
          </a:p>
          <a:p>
            <a:pPr lvl="1"/>
            <a:r>
              <a:rPr lang="pt-BR" dirty="0"/>
              <a:t>Evite: “deve ser fácil”, “deve ser moderno” (isso não é testável).</a:t>
            </a:r>
          </a:p>
        </p:txBody>
      </p:sp>
    </p:spTree>
    <p:extLst>
      <p:ext uri="{BB962C8B-B14F-4D97-AF65-F5344CB8AC3E}">
        <p14:creationId xmlns:p14="http://schemas.microsoft.com/office/powerpoint/2010/main" val="267902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8D1F6-0D55-82EF-D41E-01BB43750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Separe “função” de “regra de negócio”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E526F1-EC26-ECB2-EB99-B42D965FB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Requisito</a:t>
            </a:r>
            <a:r>
              <a:rPr lang="pt-BR" dirty="0"/>
              <a:t>: o sistema </a:t>
            </a:r>
            <a:r>
              <a:rPr lang="pt-BR" i="1" dirty="0"/>
              <a:t>faz algo</a:t>
            </a:r>
            <a:r>
              <a:rPr lang="pt-BR" dirty="0"/>
              <a:t> (cadastrar, listar, gerar).</a:t>
            </a:r>
          </a:p>
          <a:p>
            <a:r>
              <a:rPr lang="pt-BR" b="1" dirty="0"/>
              <a:t>Regra de negócio</a:t>
            </a:r>
            <a:r>
              <a:rPr lang="pt-BR" dirty="0"/>
              <a:t>: restrição/cálculo (desconto máximo, transição de status, obrigatoriedade).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Exemplo:</a:t>
            </a:r>
          </a:p>
          <a:p>
            <a:pPr lvl="1"/>
            <a:r>
              <a:rPr lang="pt-BR" dirty="0"/>
              <a:t>RF-05: “O sistema deve permitir aplicar desconto no pedido.”</a:t>
            </a:r>
          </a:p>
          <a:p>
            <a:pPr lvl="1"/>
            <a:r>
              <a:rPr lang="pt-BR" dirty="0"/>
              <a:t>RB-02: “Desconto máximo permitido é X% (por perfil).”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250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64B37-3731-02E6-0C58-BBD49F30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2CF59A-ABD9-1086-B596-34FC06A22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Funcionais</a:t>
            </a:r>
          </a:p>
          <a:p>
            <a:r>
              <a:rPr lang="pt-BR" dirty="0"/>
              <a:t>RF-01: O sistema deve permitir cadastrar cliente.</a:t>
            </a:r>
          </a:p>
          <a:p>
            <a:r>
              <a:rPr lang="pt-BR" dirty="0"/>
              <a:t>RF-02: O sistema deve permitir listar e buscar clientes.</a:t>
            </a:r>
          </a:p>
          <a:p>
            <a:r>
              <a:rPr lang="pt-BR" dirty="0"/>
              <a:t>RF-03: O sistema deve permitir criar pedido vinculando um cliente.</a:t>
            </a:r>
          </a:p>
          <a:p>
            <a:r>
              <a:rPr lang="pt-BR" dirty="0"/>
              <a:t>RF-04: O sistema deve permitir adicionar itens ao pedido.</a:t>
            </a:r>
          </a:p>
          <a:p>
            <a:r>
              <a:rPr lang="pt-BR" dirty="0"/>
              <a:t>RF-05: O sistema deve calcular o total do pedido.</a:t>
            </a:r>
          </a:p>
          <a:p>
            <a:r>
              <a:rPr lang="pt-BR" dirty="0"/>
              <a:t>RF-06: O sistema deve gerar comprovante do pedido.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6693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5A076-407E-C0EA-98CC-602D9D64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92C48A-EF44-1CC1-42E1-5DAB35E9D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Não funcionais</a:t>
            </a:r>
          </a:p>
          <a:p>
            <a:r>
              <a:rPr lang="pt-BR" dirty="0"/>
              <a:t>RNF-01: O sistema deve exigir autenticação para acessar dados de clientes.</a:t>
            </a:r>
          </a:p>
          <a:p>
            <a:r>
              <a:rPr lang="pt-BR" dirty="0"/>
              <a:t>RNF-02: O sistema deve registrar logs de criação/alteração de pedidos.</a:t>
            </a:r>
          </a:p>
          <a:p>
            <a:r>
              <a:rPr lang="pt-BR" dirty="0"/>
              <a:t>RNF-03: O sistema deve responder em até 2 segundos em 95% das consultas de listagem.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858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AA399-5221-E153-74EF-C687F2AC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Como saber se está no caminho?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6EE300-3168-F562-95C1-FFCB71775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requisito bom é:</a:t>
            </a:r>
          </a:p>
          <a:p>
            <a:pPr lvl="1"/>
            <a:r>
              <a:rPr lang="pt-BR" b="1" dirty="0"/>
              <a:t>Clareza</a:t>
            </a:r>
            <a:r>
              <a:rPr lang="pt-BR" dirty="0"/>
              <a:t>: não dá dupla interpretação</a:t>
            </a:r>
          </a:p>
          <a:p>
            <a:pPr lvl="1"/>
            <a:r>
              <a:rPr lang="pt-BR" b="1" dirty="0"/>
              <a:t>Testável</a:t>
            </a:r>
            <a:r>
              <a:rPr lang="pt-BR" dirty="0"/>
              <a:t>: dá para validar (sim/não)</a:t>
            </a:r>
          </a:p>
          <a:p>
            <a:pPr lvl="1"/>
            <a:r>
              <a:rPr lang="pt-BR" b="1" dirty="0"/>
              <a:t>Necessário</a:t>
            </a:r>
            <a:r>
              <a:rPr lang="pt-BR" dirty="0"/>
              <a:t>: ligado a um objetivo real</a:t>
            </a:r>
          </a:p>
          <a:p>
            <a:pPr lvl="1"/>
            <a:r>
              <a:rPr lang="pt-BR" b="1" dirty="0"/>
              <a:t>Independente de implementação</a:t>
            </a:r>
            <a:r>
              <a:rPr lang="pt-BR" dirty="0"/>
              <a:t>: não manda “usar </a:t>
            </a:r>
            <a:r>
              <a:rPr lang="pt-BR" dirty="0" err="1"/>
              <a:t>React</a:t>
            </a:r>
            <a:r>
              <a:rPr lang="pt-BR" dirty="0"/>
              <a:t>”, “usar MySQL” (isso é decisão técnica)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31490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Macintosh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Requisitos</vt:lpstr>
      <vt:lpstr>O que são?</vt:lpstr>
      <vt:lpstr>Comece pelo objetivo e pelo usuário</vt:lpstr>
      <vt:lpstr>Escreva em formato testável</vt:lpstr>
      <vt:lpstr>Separe “função” de “regra de negócio”</vt:lpstr>
      <vt:lpstr>Exemplos</vt:lpstr>
      <vt:lpstr>Exemplos</vt:lpstr>
      <vt:lpstr>Como saber se está no caminho?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Choma</dc:creator>
  <cp:lastModifiedBy>João Choma</cp:lastModifiedBy>
  <cp:revision>1</cp:revision>
  <dcterms:created xsi:type="dcterms:W3CDTF">2026-03-01T22:13:55Z</dcterms:created>
  <dcterms:modified xsi:type="dcterms:W3CDTF">2026-03-01T22:14:20Z</dcterms:modified>
</cp:coreProperties>
</file>